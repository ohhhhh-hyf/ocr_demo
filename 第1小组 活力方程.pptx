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6" r:id="rId2"/>
  </p:sldMasterIdLst>
  <p:notesMasterIdLst>
    <p:notesMasterId r:id="rId4"/>
  </p:notesMasterIdLst>
  <p:handoutMasterIdLst>
    <p:handoutMasterId r:id="rId5"/>
  </p:handoutMasterIdLst>
  <p:sldIdLst>
    <p:sldId id="16776975" r:id="rId3"/>
  </p:sldIdLst>
  <p:sldSz cx="12192000" cy="6858000"/>
  <p:notesSz cx="9144000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>
          <p15:clr>
            <a:srgbClr val="A4A3A4"/>
          </p15:clr>
        </p15:guide>
        <p15:guide id="2" pos="960">
          <p15:clr>
            <a:srgbClr val="A4A3A4"/>
          </p15:clr>
        </p15:guide>
        <p15:guide id="3" orient="horz" pos="2137">
          <p15:clr>
            <a:srgbClr val="A4A3A4"/>
          </p15:clr>
        </p15:guide>
        <p15:guide id="4" orient="horz" pos="1911">
          <p15:clr>
            <a:srgbClr val="A4A3A4"/>
          </p15:clr>
        </p15:guide>
        <p15:guide id="5" orient="horz" pos="1434">
          <p15:clr>
            <a:srgbClr val="A4A3A4"/>
          </p15:clr>
        </p15:guide>
        <p15:guide id="6" orient="horz" pos="2409">
          <p15:clr>
            <a:srgbClr val="A4A3A4"/>
          </p15:clr>
        </p15:guide>
        <p15:guide id="7" orient="horz" pos="2500">
          <p15:clr>
            <a:srgbClr val="A4A3A4"/>
          </p15:clr>
        </p15:guide>
        <p15:guide id="8" orient="horz" pos="709">
          <p15:clr>
            <a:srgbClr val="A4A3A4"/>
          </p15:clr>
        </p15:guide>
        <p15:guide id="9" orient="horz" pos="3838">
          <p15:clr>
            <a:srgbClr val="A4A3A4"/>
          </p15:clr>
        </p15:guide>
        <p15:guide id="10" pos="483">
          <p15:clr>
            <a:srgbClr val="A4A3A4"/>
          </p15:clr>
        </p15:guide>
        <p15:guide id="11" pos="642">
          <p15:clr>
            <a:srgbClr val="A4A3A4"/>
          </p15:clr>
        </p15:guide>
        <p15:guide id="12" pos="74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8" autoAdjust="0"/>
    <p:restoredTop sz="87238" autoAdjust="0"/>
  </p:normalViewPr>
  <p:slideViewPr>
    <p:cSldViewPr snapToGrid="0">
      <p:cViewPr varScale="1">
        <p:scale>
          <a:sx n="120" d="100"/>
          <a:sy n="120" d="100"/>
        </p:scale>
        <p:origin x="342" y="90"/>
      </p:cViewPr>
      <p:guideLst>
        <p:guide orient="horz" pos="1706"/>
        <p:guide pos="960"/>
        <p:guide orient="horz" pos="2137"/>
        <p:guide orient="horz" pos="1911"/>
        <p:guide orient="horz" pos="1434"/>
        <p:guide orient="horz" pos="2409"/>
        <p:guide orient="horz" pos="2500"/>
        <p:guide orient="horz" pos="709"/>
        <p:guide orient="horz" pos="3838"/>
        <p:guide pos="483"/>
        <p:guide pos="642"/>
        <p:guide pos="7401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37" d="100"/>
          <a:sy n="137" d="100"/>
        </p:scale>
        <p:origin x="1576" y="1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方正兰亭黑简体" pitchFamily="2" charset="-122"/>
              </a:defRPr>
            </a:lvl1pPr>
          </a:lstStyle>
          <a:p>
            <a:pPr>
              <a:defRPr/>
            </a:pPr>
            <a:fld id="{B472C63E-AF15-4312-8FBC-8793FA367431}" type="datetimeFigureOut">
              <a:rPr lang="zh-CN" altLang="en-US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94AB1AEA-C6B3-4C17-A018-F173440E880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fld id="{C7D3AFAD-6731-4E56-A8E4-26B1CF9D9C84}" type="datetimeFigureOut">
              <a:rPr lang="zh-CN" altLang="en-US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A3DA2FB9-AB08-475C-85A5-98FD49A0746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为了方便用户更快的了解小艺，从权威网站分析并整理对应文档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2FB9-AB08-475C-85A5-98FD49A0746A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46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6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888" y="5722938"/>
            <a:ext cx="1846262" cy="422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r>
              <a:rPr lang="en-US" altLang="zh-CN"/>
              <a:t>-</a:t>
            </a:r>
            <a:fld id="{51C85D01-F40E-4161-9EA2-1F1C765C0468}" type="slidenum">
              <a:rPr lang="zh-CN" altLang="en-US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r>
              <a:rPr lang="en-US" altLang="zh-CN"/>
              <a:t>-</a:t>
            </a:r>
            <a:fld id="{9B74C2D5-FEED-4715-899E-38C6B33D7936}" type="slidenum">
              <a:rPr lang="zh-CN" altLang="en-US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1200">
                <a:solidFill>
                  <a:schemeClr val="tx1">
                    <a:lumMod val="95000"/>
                    <a:lumOff val="5000"/>
                  </a:schemeClr>
                </a:solidFill>
                <a:latin typeface="Huawei Sans" panose="020C0503030203020204" pitchFamily="34" charset="0"/>
                <a:ea typeface="方正兰亭黑简体" pitchFamily="2" charset="-122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E8C452DA-F1B4-4387-88D2-FD96FA08D546}" type="slidenum">
              <a:rPr lang="zh-CN" altLang="en-US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1200">
                <a:solidFill>
                  <a:schemeClr val="tx1">
                    <a:lumMod val="95000"/>
                    <a:lumOff val="5000"/>
                  </a:schemeClr>
                </a:solidFill>
                <a:latin typeface="Huawei Sans" panose="020C0503030203020204" pitchFamily="34" charset="0"/>
                <a:ea typeface="方正兰亭黑简体" pitchFamily="2" charset="-122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02E7902B-00C1-4DB1-9671-4B3BFB84EC8E}" type="slidenum">
              <a:rPr lang="zh-CN" altLang="en-US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bg1">
            <a:alpha val="4705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3938" y="5718175"/>
            <a:ext cx="18319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lIns="91418" tIns="45708" rIns="91418" bIns="45708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lIns="91418" tIns="45708" rIns="91418" bIns="45708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1462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0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图像" descr="图像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3706" y="6271070"/>
            <a:ext cx="1455693" cy="3185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8" name="图片 4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67638" y="6376821"/>
            <a:ext cx="996633" cy="21095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65163" y="63230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fld id="{E644F1D8-075D-425C-B135-767E88DACD2B}" type="slidenum">
              <a:rPr lang="zh-CN" altLang="en-US">
                <a:solidFill>
                  <a:srgbClr val="0D0D0D"/>
                </a:solidFill>
                <a:latin typeface="Huawei Sans" panose="020C0503030203020204" pitchFamily="34" charset="0"/>
              </a:rPr>
              <a:t>0</a:t>
            </a:fld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endParaRPr lang="zh-CN" altLang="en-US">
              <a:solidFill>
                <a:srgbClr val="0D0D0D"/>
              </a:solidFill>
              <a:latin typeface="Huawei Sans" panose="020C0503030203020204" pitchFamily="34" charset="0"/>
            </a:endParaRPr>
          </a:p>
        </p:txBody>
      </p:sp>
      <p:sp>
        <p:nvSpPr>
          <p:cNvPr id="4" name="副标题 1"/>
          <p:cNvSpPr txBox="1"/>
          <p:nvPr/>
        </p:nvSpPr>
        <p:spPr>
          <a:xfrm>
            <a:off x="301625" y="197064"/>
            <a:ext cx="4487575" cy="4154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特色功能：小艺知识库</a:t>
            </a:r>
            <a:r>
              <a:rPr lang="en-US" altLang="zh-CN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+RAG</a:t>
            </a:r>
            <a:endParaRPr lang="en-US" altLang="zh-CN" sz="2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29</Words>
  <Application>Microsoft Office PowerPoint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Huawei Sans</vt:lpstr>
      <vt:lpstr>微軟正黑體</vt:lpstr>
      <vt:lpstr>方正兰亭黑简体</vt:lpstr>
      <vt:lpstr>微软雅黑</vt:lpstr>
      <vt:lpstr>Arial</vt:lpstr>
      <vt:lpstr>Office 主题</vt:lpstr>
      <vt:lpstr>39_章节页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Wangjie (Aitor)</dc:creator>
  <cp:lastModifiedBy>houyefei</cp:lastModifiedBy>
  <cp:revision>20</cp:revision>
  <dcterms:created xsi:type="dcterms:W3CDTF">2026-08-02T16:21:05Z</dcterms:created>
  <dcterms:modified xsi:type="dcterms:W3CDTF">2026-09-13T03:39:34Z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(3)sKXLn1qDaC//ygesWrSJfC96BIpJkdy0h0Skvd77oBUG2U0kdzdhrrY/1k3yMO7OmV6alJgT
lZGT6DTSNS32xHaXCt2AWlUsUzHXdeAfINxlYD7lEg+4VwpnZEjQsh6B4/4QYP2/YmlyXDCW
Es6F4X4cnnq92m/qznGqtNEHOO8tSB8rL86/M2BF9mYVoAqnpeqIX+jkAkOukQI8EKykzmFR
su+Shu+e6whVZASDu1</vt:lpwstr>
  </property>
  <property fmtid="{D5CDD505-2E9C-101B-9397-08002B2CF9AE}" pid="3" name="_2015_ms_pID_7253431">
    <vt:lpwstr>wvAVMWDcRXmJRbtRPEVaEipQAPZxGP1lrMPMXA4Yg3AyNf1QO7ZSV6
e7WHr939+NV1oWeuFGjgSFvKN2dQYVplvUOh9ZA0XYRzCI/Dwph77teoO48RuNXaYCmsmxA1
M/XpLIq7yCMm4Y5vekjwE/0qdIre/TC+L89XvI1j5U3ScQzlW/2Dfq9IQxKY8Vck4T/JDUC7
r6USrdHXSWhRXpUVLQHmz3o3kBqV6xIbsS5K</vt:lpwstr>
  </property>
  <property fmtid="{D5CDD505-2E9C-101B-9397-08002B2CF9AE}" pid="4" name="KSOProductBuildVer">
    <vt:lpwstr>2052-0.0.0.0</vt:lpwstr>
  </property>
  <property fmtid="{D5CDD505-2E9C-101B-9397-08002B2CF9AE}" pid="5" name="_2015_ms_pID_7253432">
    <vt:lpwstr>nQ==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1761113192</vt:lpwstr>
  </property>
  <property fmtid="{D5CDD505-2E9C-101B-9397-08002B2CF9AE}" pid="10" name="ICV">
    <vt:lpwstr/>
  </property>
</Properties>
</file>